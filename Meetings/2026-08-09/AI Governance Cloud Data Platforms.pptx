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0000"/>
  </p:normalViewPr>
  <p:slideViewPr>
    <p:cSldViewPr snapToGrid="0" snapToObjects="1">
      <p:cViewPr varScale="1">
        <p:scale>
          <a:sx n="140" d="100"/>
          <a:sy n="140" d="100"/>
        </p:scale>
        <p:origin x="94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44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141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0" cy="3657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FOR CLOUD DATA PLATFORMS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Policy to Practice: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Governance as an Engineering Discipline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8229600" cy="13716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7772400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thesis: Governance is not a policy function. It is a runtime engineering capability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must be embedded in every layer of the production AI stack.</a:t>
            </a:r>
          </a:p>
          <a:p>
            <a:pPr marL="0" indent="0" algn="l">
              <a:buNone/>
            </a:pPr>
            <a:endParaRPr lang="en-US" sz="1400" i="1" dirty="0">
              <a:solidFill>
                <a:srgbClr val="AABBCC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400" i="1" dirty="0">
                <a:solidFill>
                  <a:srgbClr val="AABBCC"/>
                </a:solidFill>
                <a:latin typeface="Calibri" pitchFamily="34" charset="0"/>
                <a:cs typeface="Calibri" pitchFamily="34" charset="-120"/>
              </a:rPr>
              <a:t>Presenter: Shruthi Sepuri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THE GOVERNANCE ILLUSION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organizations believe they have governance.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not. They have documentation of intended behavior.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8229600" cy="10973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51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12848"/>
            <a:ext cx="2377440" cy="10973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3957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describe intended behavior.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enforcement mechanisms.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cannot intercept a runtime call,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 prompt or audit a retrieval.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651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2212848"/>
            <a:ext cx="2377440" cy="10973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2331720"/>
            <a:ext cx="23957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and RBAC control who can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workflow, not what the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does, what data it uses,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what it returns.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2212848"/>
            <a:ext cx="2377440" cy="10973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2331720"/>
            <a:ext cx="23957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reviews assess code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configuration at a point in time.</a:t>
            </a:r>
            <a:r>
              <a:rPr lang="en-US" sz="1100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govern drift, model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evolution, or prompt mutations.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6360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"Governance exists only where decisions are enforced — not where they are documented."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STRUCTURAL FAILURE MODES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static governance models fail in production AI 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468880" y="1161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ROOT CAUSE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63640" y="1161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RISK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82296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Dataset Drift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15361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Training/serving distribution shift is not detected by policy frameworks. Governance assumes fixed schema and semantics.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36208" y="15361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accuracy degradation with no audit trail.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85416"/>
            <a:ext cx="8229600" cy="66751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Opacity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22402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retrieval is non-deterministic. The same query can return different chunks across calls depending on index state, embedding model version, and reranker.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36208" y="2240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Non-reproducible outputs with invisible provenance.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889504"/>
            <a:ext cx="82296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9443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Mutation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29443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 are changed outside change management. A prompt is a behavioral specification for the model — altering it changes system behavior with zero deployment overhead.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36208" y="294436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behavior change with no governance event emitted.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93592"/>
            <a:ext cx="8229600" cy="66751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64845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Model Evolution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364845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providers update weights, alignment, and context handling. Fine-tuning cycles are not always gated through governance review.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36208" y="364845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in compliance behavior post-update.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35254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Execution Chains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23160" y="435254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frameworks execute sequences of tool calls with no human-in-the-loop between steps. Governance was designed for atomic request/response, not orchestrated decision chains.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36208" y="435254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un-audited decisions across workflow.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REFERENCE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AI Platform — Governance Overlay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5440680" cy="3200400"/>
          </a:xfrm>
          <a:prstGeom prst="rect">
            <a:avLst/>
          </a:prstGeom>
          <a:solidFill>
            <a:srgbClr val="F0F4F8"/>
          </a:solidFill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5257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795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External Data Sources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51760" y="117957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DBs · APIs · Event Streams · Object Storage · SaaS Connectors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5257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7007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Ingestion &amp; Integration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1760" y="170078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Pipelines · CDC (Debezium/Kafka) · Streaming (Flink/Spark) · Schema Registry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185416"/>
            <a:ext cx="5257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2219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Storage &amp; Compute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22219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(Delta/Iceberg) · Warehouse · Data Mesh Domains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706624"/>
            <a:ext cx="5257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L4: Feature &amp; Embedding Store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· Vector DB (pgvector/Weaviate/Pinecone) · Embedding Registry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227832"/>
            <a:ext cx="5257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264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L5: Inference &amp; Orchestration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32644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APIs · Fine-tuned Models · LangChain/LlamaIndex · Agents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5257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7856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L6: Application &amp; Serving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51760" y="37856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REST/gRPC APIs · Agent Workflows · Copilots · Batch Scoring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4315968"/>
            <a:ext cx="544068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334256"/>
            <a:ext cx="5257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L7: OBSERVABILITY LAYER  ·  Metrics · Traces · Governance Events · Audit Logs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097280"/>
            <a:ext cx="2834640" cy="3621024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80760" y="1115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 ·  GOVERNANCE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1417320"/>
            <a:ext cx="2651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14538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/ Cedar / Custom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evaluation at runtime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2048256"/>
            <a:ext cx="2651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0" y="20848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Registry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23225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timestamped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linked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26480" y="2679192"/>
            <a:ext cx="2651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17920" y="271576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Graph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29535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OpenLineage / Marquez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DAG tracking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26480" y="3310128"/>
            <a:ext cx="2651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17920" y="33467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Orchestrator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35844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Risk-tiered gate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 triggers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26480" y="3941064"/>
            <a:ext cx="2651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17920" y="39776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Telemetry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42153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event emission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stream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870448" y="1636776"/>
            <a:ext cx="256032" cy="0"/>
          </a:xfrm>
          <a:prstGeom prst="line">
            <a:avLst/>
          </a:prstGeom>
          <a:noFill/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870448" y="2267712"/>
            <a:ext cx="256032" cy="0"/>
          </a:xfrm>
          <a:prstGeom prst="line">
            <a:avLst/>
          </a:prstGeom>
          <a:noFill/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870448" y="2898648"/>
            <a:ext cx="256032" cy="0"/>
          </a:xfrm>
          <a:prstGeom prst="line">
            <a:avLst/>
          </a:prstGeom>
          <a:noFill/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870448" y="3529584"/>
            <a:ext cx="256032" cy="0"/>
          </a:xfrm>
          <a:prstGeom prst="line">
            <a:avLst/>
          </a:prstGeom>
          <a:noFill/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870448" y="4160520"/>
            <a:ext cx="256032" cy="0"/>
          </a:xfrm>
          <a:prstGeom prst="line">
            <a:avLst/>
          </a:prstGeom>
          <a:noFill/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GOVERNANCE DEBT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Debt is the accumulated operational risk arising from AI system components — prompts, datasets, models,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sets, retrieval indexes, and agent workflows — that can no longer be fully explained, justified, or traced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an authorized decision.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GOVERNANCE DEBT COMPOUNDS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508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v3 → v4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254203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ticket. No approval.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unknown at audit time.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65960" y="2715768"/>
            <a:ext cx="13716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2103120"/>
            <a:ext cx="1508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76272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refresh (T+30d)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76272" y="254203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unchanged. Semantics shifted.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revalidation triggered.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11880" y="2715768"/>
            <a:ext cx="13716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49040" y="2103120"/>
            <a:ext cx="1508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22192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upgrade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22192" y="254203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 transformed.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indexes invalidated silently.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57800" y="2715768"/>
            <a:ext cx="13716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94960" y="2103120"/>
            <a:ext cx="1508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68112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scope creep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68112" y="254203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granted broad read.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scoped down post-pilot.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03720" y="2715768"/>
            <a:ext cx="13716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40880" y="2103120"/>
            <a:ext cx="1508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14032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chain extended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14032" y="254203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 node added.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downstream decisions now ungoverned.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822960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44728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System that cannot be audited, explained, or justified — even though it performs acceptably.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9136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distinction: Governance Debt is invisible to performance metrics. Accuracy can be 94% while auditability is 0%.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343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GOVERNANCE DEBT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6360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% of prompt versions with linked approval record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4430268"/>
            <a:ext cx="804672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% of model updates with governance review log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4837176"/>
            <a:ext cx="8046720" cy="526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636008"/>
            <a:ext cx="80467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Mean time to reconstruct a production decision lineage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THE EXPLAINABILITY SUPPLY CHAIN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XAI is not a model-level property. It is a supply chain property.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005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058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6128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" y="1581912"/>
            <a:ext cx="89611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Licensed?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traceable?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annotated?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11480" y="2862072"/>
            <a:ext cx="1005840" cy="438912"/>
          </a:xfrm>
          <a:prstGeom prst="rect">
            <a:avLst/>
          </a:prstGeom>
          <a:solidFill>
            <a:srgbClr val="EEEEEE"/>
          </a:solidFill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" y="2880360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required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417320" y="2240280"/>
            <a:ext cx="36576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53896" y="1143000"/>
            <a:ext cx="1005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53896" y="1143000"/>
            <a:ext cx="10058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53896" y="116128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ETL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08760" y="1581912"/>
            <a:ext cx="89611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versioned?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captured?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validated?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453896" y="2862072"/>
            <a:ext cx="1005840" cy="438912"/>
          </a:xfrm>
          <a:prstGeom prst="rect">
            <a:avLst/>
          </a:prstGeom>
          <a:solidFill>
            <a:srgbClr val="EEEEEE"/>
          </a:solidFill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90472" y="2880360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+ OpenLineage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459736" y="2240280"/>
            <a:ext cx="36576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96312" y="1143000"/>
            <a:ext cx="1005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96312" y="1143000"/>
            <a:ext cx="10058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96312" y="116128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51176" y="1581912"/>
            <a:ext cx="89611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tested?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immutable?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logged?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496312" y="2862072"/>
            <a:ext cx="1005840" cy="438912"/>
          </a:xfrm>
          <a:prstGeom prst="rect">
            <a:avLst/>
          </a:prstGeom>
          <a:solidFill>
            <a:srgbClr val="EEEEEE"/>
          </a:solidFill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32888" y="2880360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audit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502152" y="2240280"/>
            <a:ext cx="36576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38728" y="1143000"/>
            <a:ext cx="1005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538728" y="1143000"/>
            <a:ext cx="10058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38728" y="116128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93592" y="1581912"/>
            <a:ext cx="89611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pinned?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event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emitted?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538728" y="2862072"/>
            <a:ext cx="1005840" cy="438912"/>
          </a:xfrm>
          <a:prstGeom prst="rect">
            <a:avLst/>
          </a:prstGeom>
          <a:solidFill>
            <a:srgbClr val="EEEEEE"/>
          </a:solidFill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75304" y="2880360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registry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544568" y="2240280"/>
            <a:ext cx="36576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81144" y="1143000"/>
            <a:ext cx="1005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81144" y="1143000"/>
            <a:ext cx="10058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81144" y="116128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36008" y="1581912"/>
            <a:ext cx="89611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timestamp?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boundaries?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version tied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query?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81144" y="2862072"/>
            <a:ext cx="1005840" cy="438912"/>
          </a:xfrm>
          <a:prstGeom prst="rect">
            <a:avLst/>
          </a:prstGeom>
          <a:solidFill>
            <a:srgbClr val="EEEEEE"/>
          </a:solidFill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17720" y="2880360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metadata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586984" y="2240280"/>
            <a:ext cx="36576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623560" y="1143000"/>
            <a:ext cx="1005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623560" y="1143000"/>
            <a:ext cx="10058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23560" y="116128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78424" y="1581912"/>
            <a:ext cx="89611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Author: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by: ____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623560" y="2862072"/>
            <a:ext cx="1005840" cy="438912"/>
          </a:xfrm>
          <a:prstGeom prst="rect">
            <a:avLst/>
          </a:prstGeom>
          <a:solidFill>
            <a:srgbClr val="EEEEEE"/>
          </a:solidFill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60136" y="2880360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registry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approval log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629400" y="2240280"/>
            <a:ext cx="36576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665976" y="1143000"/>
            <a:ext cx="1005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665976" y="1143000"/>
            <a:ext cx="10058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665976" y="116128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20840" y="1581912"/>
            <a:ext cx="89611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version?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/ params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logged?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665976" y="2862072"/>
            <a:ext cx="1005840" cy="438912"/>
          </a:xfrm>
          <a:prstGeom prst="rect">
            <a:avLst/>
          </a:prstGeom>
          <a:solidFill>
            <a:srgbClr val="EEEEEE"/>
          </a:solidFill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702552" y="2880360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log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671816" y="2240280"/>
            <a:ext cx="36576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708392" y="1143000"/>
            <a:ext cx="1005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708392" y="1143000"/>
            <a:ext cx="10058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708392" y="116128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Output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63256" y="1581912"/>
            <a:ext cx="89611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all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IDs?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708392" y="2862072"/>
            <a:ext cx="1005840" cy="438912"/>
          </a:xfrm>
          <a:prstGeom prst="rect">
            <a:avLst/>
          </a:prstGeom>
          <a:solidFill>
            <a:srgbClr val="EEEEEE"/>
          </a:solidFill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744968" y="2880360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11480" y="3410712"/>
            <a:ext cx="8302752" cy="21945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11480" y="3419856"/>
            <a:ext cx="8302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EACH NODE MUST EMIT A STRUCTURED AUDIT EVENT LINKED BY A COMMON TRACE ID →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57200" y="4727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node in this chain cannot produce a structured, queryable audit record linked to the original request, the system is not explainable — regardless of model interpretability.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GOVERNANCE OBSERVABILITY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cannot observe governance state at runtime, governance is not operational.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GOVERNANCE SIGNAL TYPES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47472" cy="9875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4747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METRICS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801368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prompt_version_id per request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model_version per inference call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dataset_version per pipeline run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approval_id per high-risk decision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47472" cy="9875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34747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63347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TRACES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288036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Distributed trace linking: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query → retrieval call → prompt resolution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model call → response → audit record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639312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347472" cy="9875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639312"/>
            <a:ext cx="34747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71246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EVENTS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395935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GovernanceEvent { trace_id, actor, action,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resource_version, policy_id, timestamp,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risk_tier, escalation_triggered }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1170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OBSERVABILITY GAPS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1481328"/>
            <a:ext cx="3840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prompt version generated this response?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18196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by &lt;5% of teams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139696"/>
            <a:ext cx="3840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vector index version was queried?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4780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by &lt;10% of teams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798064"/>
            <a:ext cx="3840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2852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approval record covers this agent action?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136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by &lt;3% of teams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456432"/>
            <a:ext cx="3840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3511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policy was active at inference time?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7947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by ~15% of teams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4114800"/>
            <a:ext cx="3840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4169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complete lineage of this output?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44531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by &lt;2% of teams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TRUST DECAY IN PRODUCTION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stability ≠ governance integrity.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OF PERFORMANCE VS. AUDITABILITY OVER TIME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0" cy="26060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51206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" y="1463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402336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4187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47011" y="4187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T=3mo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36822" y="4187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T=6mo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32120" y="4187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T=12mo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1821485"/>
            <a:ext cx="1689811" cy="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29891" y="1769364"/>
            <a:ext cx="1689811" cy="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19702" y="1743304"/>
            <a:ext cx="1741018" cy="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1717243"/>
            <a:ext cx="1689811" cy="521208"/>
          </a:xfrm>
          <a:prstGeom prst="line">
            <a:avLst/>
          </a:prstGeom>
          <a:noFill/>
          <a:ln w="254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329891" y="2238451"/>
            <a:ext cx="1689811" cy="625450"/>
          </a:xfrm>
          <a:prstGeom prst="line">
            <a:avLst/>
          </a:prstGeom>
          <a:noFill/>
          <a:ln w="254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019702" y="2863901"/>
            <a:ext cx="1741018" cy="625450"/>
          </a:xfrm>
          <a:prstGeom prst="line">
            <a:avLst/>
          </a:prstGeom>
          <a:noFill/>
          <a:ln w="254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1516075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(Accuracy)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0" y="352592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/ Trust Score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89320" y="111556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DECAY DRIVERS &amp; THEIR GOVERNANCE SIGNATURES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9320" y="1627632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166420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changes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186537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approval_id in request log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89320" y="2157984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0760" y="21945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refresh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23957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revalidation_event in lineage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89320" y="2688336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80760" y="27249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Re-indexing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9260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index_version bump in trace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89320" y="3218688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80760" y="325526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swap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80760" y="34564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model_change_review record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89320" y="3749040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80760" y="378561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expansion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398678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permission_audit entry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89320" y="4279392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80760" y="43159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added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80760" y="451713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governance_review_id linked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GOVERNANCE AS A RUNTIME CAPABILITY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architectural shift: governance as active enforcement, not passive documentation.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1389888"/>
          </a:xfrm>
          <a:prstGeom prst="rect">
            <a:avLst/>
          </a:prstGeom>
          <a:solidFill>
            <a:srgbClr val="EEEEEE"/>
          </a:solidFill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STATIC GOVERNANCE MODEL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1463040" cy="822960"/>
          </a:xfrm>
          <a:prstGeom prst="rect">
            <a:avLst/>
          </a:prstGeom>
          <a:solidFill>
            <a:srgbClr val="EEEEEE"/>
          </a:solidFill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1874520"/>
            <a:ext cx="146304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03704" y="1463040"/>
            <a:ext cx="1463040" cy="822960"/>
          </a:xfrm>
          <a:prstGeom prst="rect">
            <a:avLst/>
          </a:prstGeom>
          <a:solidFill>
            <a:srgbClr val="EEEEEE"/>
          </a:solidFill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03704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66744" y="1874520"/>
            <a:ext cx="146304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13048" y="1463040"/>
            <a:ext cx="1463040" cy="822960"/>
          </a:xfrm>
          <a:prstGeom prst="rect">
            <a:avLst/>
          </a:prstGeom>
          <a:solidFill>
            <a:srgbClr val="EEEEEE"/>
          </a:solidFill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13048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76088" y="1874520"/>
            <a:ext cx="146304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22392" y="1463040"/>
            <a:ext cx="1463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22392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85432" y="1874520"/>
            <a:ext cx="146304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31736" y="1463040"/>
            <a:ext cx="1463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31736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governance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point)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633472"/>
            <a:ext cx="8229600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68833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RUNTIME GOVERNANCE MODEL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999232"/>
            <a:ext cx="1463040" cy="1737360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4360" y="2999232"/>
            <a:ext cx="14630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29992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67512" y="3429000"/>
            <a:ext cx="13350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OPA/Cedar eval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request time.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doc.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57400" y="3867912"/>
            <a:ext cx="128016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85416" y="2999232"/>
            <a:ext cx="1463040" cy="1737360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185416" y="2999232"/>
            <a:ext cx="14630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85416" y="29992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58568" y="3429000"/>
            <a:ext cx="13350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allow /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at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execution.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pre-auth.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48456" y="3867912"/>
            <a:ext cx="128016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776472" y="2999232"/>
            <a:ext cx="1463040" cy="1737360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776472" y="2999232"/>
            <a:ext cx="14630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776472" y="29992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Drift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49624" y="3429000"/>
            <a:ext cx="13350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per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239512" y="3867912"/>
            <a:ext cx="128016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67528" y="2999232"/>
            <a:ext cx="1463040" cy="1737360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367528" y="2999232"/>
            <a:ext cx="14630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67528" y="29992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40680" y="3429000"/>
            <a:ext cx="13350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Risk-threshold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automation.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execution.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30568" y="3867912"/>
            <a:ext cx="128016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958584" y="2999232"/>
            <a:ext cx="1463040" cy="1737360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958584" y="2999232"/>
            <a:ext cx="14630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58584" y="29992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31736" y="3429000"/>
            <a:ext cx="13350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GovernanceEvent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per request.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GOVERNANCE OPERATING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becomes operational through DataOps, MLOps, and Platform Engineering.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7432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7432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50876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 (schema + SLA + quality obligations)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versioning with governance events on change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" y="260604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Pipeline-level lineage capture (OpenLineage)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" y="315468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20040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quality gates with failure logging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" y="370332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74904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access control with audit trail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10128" y="1115568"/>
            <a:ext cx="27432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10128" y="1115568"/>
            <a:ext cx="27432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10128" y="11155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150876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47288" y="155448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 required per model version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205740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47288" y="210312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with governance escalation trigger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260604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47288" y="265176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gate: governance review before promotion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315468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47288" y="320040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linked to governance approvals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370332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47288" y="374904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log per call (model_version, params, latency)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63056" y="1115568"/>
            <a:ext cx="27432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63056" y="1115568"/>
            <a:ext cx="27432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63056" y="11155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36208" y="150876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00216" y="155448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registry: versioned, approved, auditable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36208" y="205740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00216" y="210312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governance (version → query linked)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36208" y="260604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00216" y="265176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policy engine (OPA/Cedar) per service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36208" y="315468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00216" y="320040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event bus (audit stream, append-only)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36208" y="3703320"/>
            <a:ext cx="2596896" cy="484632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00216" y="374904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 routing with SLA on response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" y="459028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Observability Layer · Governance Event Bus · Human Oversight · Risk-Based Escalation · Audit Store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IMPLEMENTATION 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controls that are implementable, measurable, and non-negotiable.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1605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 Contracts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Producer-consumer agreements enforced by schema registry. Breaking changes blocked at pipeline gate. Quality SLA breach emits GovernanceEvent.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73168" y="1115568"/>
            <a:ext cx="41605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82896" y="1188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Prompt Registry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82896" y="14630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template stored with: ID, version, author, approved_by, approved_at, linked_model_versions, linked_output_sample. Prompt changes require approval workflow.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41605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148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Retrieval Validation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42316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outputs include chunk provenance (source_doc_id, chunk_id, index_version). Grounding score threshold enforced. Citation trace queryable per response.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73168" y="2075688"/>
            <a:ext cx="41605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82896" y="2148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Risk-Tiered Approvals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82896" y="242316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classified by risk tier at intake. Tier 3 (high-risk) blocks execution until human approval with documented rationale logged to audit store.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41605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108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Governance Telemetry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38328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GovernanceEvent emitted per governed action: {trace_id, actor, resource, resource_version, policy_id, decision, timestamp, risk_tier}.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73168" y="3035808"/>
            <a:ext cx="41605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82896" y="3108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Human Escalation Paths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82896" y="338328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risk threshold → escalation queue → human reviewer with SLA. AI workflow halts, not degrades. Escalation routing is itself audited.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995928"/>
            <a:ext cx="41605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4069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End-to-End Lineage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434340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OpenLineage events from source → transformation → feature → embedding → prompt → inference → response. Queryable as a graph by trace_id.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73168" y="3995928"/>
            <a:ext cx="41605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82896" y="4069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Risk-Based Monitoring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82896" y="434340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cadence proportional to risk tier. High-risk: per-call evaluation. Mid-risk: statistical sampling. Low-risk: aggregate daily. Monitoring is governed.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GOVERNANCE TELEMETRY: THE MISSING SIGNAL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observability (APM) ≠ Governance observability. They require different signal schemas.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EVENT SCHEMA (proposed)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3383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GovernanceEvent {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166420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trace_id:          UUID,        // links to app trace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66928" y="18653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event_type:        string,      // DECISION | ESCALATION | AUDIT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206654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actor:             string,      // service or human identifier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66928" y="226771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resource_type:     string,      // PROMPT | MODEL | DATASET | INDEX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24688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resource_id:       string,      // e.g. prompt-registry/v3.2.1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66928" y="267004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resource_version:  semver,      // pinned version at time of use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6928" y="28712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policy_id:         string,      // policy evaluated against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6928" y="307238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policy_version:    semver,      // policy version active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32735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decision:          ALLOW|BLOCK|ESCALATE,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3474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risk_tier:         1|2|3,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367588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escalation_id:     UUID|null,   // if escalation triggered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66928" y="38770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approval_id:       UUID|null,   // if human approval required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6928" y="407822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timestamp:         ISO8601,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6928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immutable:         true         // append-only store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928" y="44805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54880" y="1115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DIFFERS FROM APM / DISTRIBUTED TRACING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14356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69280" y="143560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/ Tracing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0" y="1435608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Telemetry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1719072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28032" y="1783080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50992" y="178308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system performance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32320" y="178308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decision legitimacy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2221992"/>
            <a:ext cx="3931920" cy="457200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28032" y="2286000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50992" y="228600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spans, traces, metrics (OTLP)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32320" y="228600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GovernanceEvent (custom, governed)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2724912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28032" y="2788920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50992" y="278892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(days–weeks, sampled)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132320" y="278892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(years, complete, immutable)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3227832"/>
            <a:ext cx="3931920" cy="457200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28032" y="3291840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50992" y="329184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trace_id → request path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132320" y="329184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approval_id → human decision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3730752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28032" y="3794760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50992" y="379476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/ platform teams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132320" y="379476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Legal, Compliance, Regulators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4233672"/>
            <a:ext cx="3931920" cy="457200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28032" y="4297680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50992" y="429768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132320" y="429768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Role-gated, audited access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54880" y="4754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path: emit GovernanceEvents to an append-only store (Kafka compacted topic / immutable S3 prefix) separate from your APM pipeline. Do not co-mingle.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KEY PRINCIPLES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carry from this session.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16128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governance only exists in documents, governance does not exist.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4630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a runtime state measurable by the completeness of your audit record. If you cannot answer 'what was the prompt version at 14:32 on Tuesday?', you are not governed.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54864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0195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19659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 governance is runtime decision management.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226771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 Enforce. Monitor. Escalate. Audit. These five actions must happen during execution — not in a quarterly policy review.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54864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06624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277063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Debt is invisible to your monitoring stack.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307238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SLOs will look green. Your dashboards will look healthy. Your audit log will be empty. Instrument for governance signals separately from performance signals.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511296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511296"/>
            <a:ext cx="54864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511296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357530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is a supply chain property, not a model property.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387705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and LIME explain what the model weighted. They do not tell you which prompt version, which index, or which dataset influenced the output. Build the full chain.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315968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315968"/>
            <a:ext cx="54864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315968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437997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decay is a distinct risk category that requires its own metric.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46817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Trust Score: % of production decisions with a complete, queryable governance event trail. Track it on a dashboard. Set a floor. Treat decay as an incident.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4114800" cy="10973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ABB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governance is not a phase.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AABB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permanent engineering discipline.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TAKE BACK TO YOUR TEAM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Can you reconstruct the complete decision lineage of a production AI response from last week?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Does your prompt registry exist? Is it enforced, or advisory?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your Trust Score — the % of governed AI decisions with a complete audit record?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7063</TotalTime>
  <Words>2381</Words>
  <Application>Microsoft Macintosh PowerPoint</Application>
  <PresentationFormat>On-screen Show (16:9)</PresentationFormat>
  <Paragraphs>381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Shruthi Sepuri</cp:lastModifiedBy>
  <cp:revision>8</cp:revision>
  <dcterms:created xsi:type="dcterms:W3CDTF">2026-06-23T03:58:34Z</dcterms:created>
  <dcterms:modified xsi:type="dcterms:W3CDTF">2026-07-09T18:38:35Z</dcterms:modified>
</cp:coreProperties>
</file>